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CONTROL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Control Residencial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18872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ÁREAS DE LA CASA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1572768"/>
            <a:ext cx="1979676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12064" y="1860804"/>
            <a:ext cx="502920" cy="502920"/>
          </a:xfrm>
          <a:prstGeom prst="roundRect">
            <a:avLst>
              <a:gd name="adj" fmla="val 12727"/>
            </a:avLst>
          </a:prstGeom>
          <a:solidFill>
            <a:srgbClr val="E2E8F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677" y="1966417"/>
            <a:ext cx="291694" cy="29169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61288" y="1572768"/>
            <a:ext cx="10744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Garaje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510028" y="1572768"/>
            <a:ext cx="1979676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656332" y="1860804"/>
            <a:ext cx="502920" cy="502920"/>
          </a:xfrm>
          <a:prstGeom prst="roundRect">
            <a:avLst>
              <a:gd name="adj" fmla="val 12727"/>
            </a:avLst>
          </a:prstGeom>
          <a:solidFill>
            <a:srgbClr val="DBEAF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1945" y="1966417"/>
            <a:ext cx="291694" cy="29169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05556" y="1572768"/>
            <a:ext cx="10744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Oficina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654296" y="1572768"/>
            <a:ext cx="1979676" cy="1078992"/>
          </a:xfrm>
          <a:prstGeom prst="roundRect">
            <a:avLst>
              <a:gd name="adj" fmla="val 8475"/>
            </a:avLst>
          </a:prstGeom>
          <a:solidFill>
            <a:srgbClr val="F5F3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800600" y="1860804"/>
            <a:ext cx="502920" cy="502920"/>
          </a:xfrm>
          <a:prstGeom prst="roundRect">
            <a:avLst>
              <a:gd name="adj" fmla="val 12727"/>
            </a:avLst>
          </a:prstGeom>
          <a:solidFill>
            <a:srgbClr val="EDE9FE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6213" y="1966417"/>
            <a:ext cx="291694" cy="29169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49824" y="1572768"/>
            <a:ext cx="10744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 de Juegos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798564" y="1572768"/>
            <a:ext cx="1979676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944868" y="1860804"/>
            <a:ext cx="502920" cy="502920"/>
          </a:xfrm>
          <a:prstGeom prst="roundRect">
            <a:avLst>
              <a:gd name="adj" fmla="val 12727"/>
            </a:avLst>
          </a:prstGeom>
          <a:solidFill>
            <a:srgbClr val="FEF3C7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0481" y="1966417"/>
            <a:ext cx="291694" cy="29169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594092" y="1572768"/>
            <a:ext cx="10744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Comedor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365760" y="2834640"/>
            <a:ext cx="1979676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512064" y="3122676"/>
            <a:ext cx="502920" cy="502920"/>
          </a:xfrm>
          <a:prstGeom prst="roundRect">
            <a:avLst>
              <a:gd name="adj" fmla="val 12727"/>
            </a:avLst>
          </a:prstGeom>
          <a:solidFill>
            <a:srgbClr val="FED7AA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677" y="3228289"/>
            <a:ext cx="291694" cy="29169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161288" y="2834640"/>
            <a:ext cx="10744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Desayunador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2510028" y="2834640"/>
            <a:ext cx="1979676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2656332" y="3122676"/>
            <a:ext cx="502920" cy="502920"/>
          </a:xfrm>
          <a:prstGeom prst="roundRect">
            <a:avLst>
              <a:gd name="adj" fmla="val 12727"/>
            </a:avLst>
          </a:prstGeom>
          <a:solidFill>
            <a:srgbClr val="FCE7F3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61945" y="3228289"/>
            <a:ext cx="291694" cy="29169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3305556" y="2834640"/>
            <a:ext cx="10744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Cava de Vinos</a:t>
            </a:r>
            <a:endParaRPr lang="en-US" sz="1200" dirty="0"/>
          </a:p>
        </p:txBody>
      </p:sp>
      <p:sp>
        <p:nvSpPr>
          <p:cNvPr id="29" name="Shape 21"/>
          <p:cNvSpPr/>
          <p:nvPr/>
        </p:nvSpPr>
        <p:spPr>
          <a:xfrm>
            <a:off x="4654296" y="2834640"/>
            <a:ext cx="1979676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30" name="Shape 22"/>
          <p:cNvSpPr/>
          <p:nvPr/>
        </p:nvSpPr>
        <p:spPr>
          <a:xfrm>
            <a:off x="4800600" y="3122676"/>
            <a:ext cx="502920" cy="502920"/>
          </a:xfrm>
          <a:prstGeom prst="roundRect">
            <a:avLst>
              <a:gd name="adj" fmla="val 12727"/>
            </a:avLst>
          </a:prstGeom>
          <a:solidFill>
            <a:srgbClr val="DCFCE7"/>
          </a:solidFill>
          <a:ln/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06213" y="3228289"/>
            <a:ext cx="291694" cy="291694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5449824" y="2834640"/>
            <a:ext cx="10744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Jardín</a:t>
            </a:r>
            <a:endParaRPr lang="en-US" sz="1200" dirty="0"/>
          </a:p>
        </p:txBody>
      </p:sp>
      <p:sp>
        <p:nvSpPr>
          <p:cNvPr id="33" name="Shape 24"/>
          <p:cNvSpPr/>
          <p:nvPr/>
        </p:nvSpPr>
        <p:spPr>
          <a:xfrm>
            <a:off x="6798564" y="2834640"/>
            <a:ext cx="1979676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34" name="Shape 25"/>
          <p:cNvSpPr/>
          <p:nvPr/>
        </p:nvSpPr>
        <p:spPr>
          <a:xfrm>
            <a:off x="6944868" y="3122676"/>
            <a:ext cx="502920" cy="502920"/>
          </a:xfrm>
          <a:prstGeom prst="roundRect">
            <a:avLst>
              <a:gd name="adj" fmla="val 12727"/>
            </a:avLst>
          </a:prstGeom>
          <a:solidFill>
            <a:srgbClr val="CFFAFE"/>
          </a:solidFill>
          <a:ln/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50481" y="3228289"/>
            <a:ext cx="291694" cy="291694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7594092" y="2834640"/>
            <a:ext cx="10744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Room PB</a:t>
            </a:r>
            <a:endParaRPr lang="en-US" sz="1200" dirty="0"/>
          </a:p>
        </p:txBody>
      </p:sp>
      <p:sp>
        <p:nvSpPr>
          <p:cNvPr id="37" name="Shape 27"/>
          <p:cNvSpPr/>
          <p:nvPr/>
        </p:nvSpPr>
        <p:spPr>
          <a:xfrm>
            <a:off x="365760" y="4096512"/>
            <a:ext cx="1979676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38" name="Shape 28"/>
          <p:cNvSpPr/>
          <p:nvPr/>
        </p:nvSpPr>
        <p:spPr>
          <a:xfrm>
            <a:off x="512064" y="4384548"/>
            <a:ext cx="502920" cy="502920"/>
          </a:xfrm>
          <a:prstGeom prst="roundRect">
            <a:avLst>
              <a:gd name="adj" fmla="val 12727"/>
            </a:avLst>
          </a:prstGeom>
          <a:solidFill>
            <a:srgbClr val="DCFCE7"/>
          </a:solidFill>
          <a:ln/>
        </p:spPr>
      </p:sp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7677" y="4490161"/>
            <a:ext cx="291694" cy="291694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1161288" y="4096512"/>
            <a:ext cx="10744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Jardín Frontal</a:t>
            </a:r>
            <a:endParaRPr lang="en-US" sz="1200" dirty="0"/>
          </a:p>
        </p:txBody>
      </p:sp>
      <p:sp>
        <p:nvSpPr>
          <p:cNvPr id="41" name="Shape 30"/>
          <p:cNvSpPr/>
          <p:nvPr/>
        </p:nvSpPr>
        <p:spPr>
          <a:xfrm>
            <a:off x="2510028" y="4096512"/>
            <a:ext cx="1979676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42" name="Shape 31"/>
          <p:cNvSpPr/>
          <p:nvPr/>
        </p:nvSpPr>
        <p:spPr>
          <a:xfrm>
            <a:off x="2656332" y="4384548"/>
            <a:ext cx="502920" cy="502920"/>
          </a:xfrm>
          <a:prstGeom prst="roundRect">
            <a:avLst>
              <a:gd name="adj" fmla="val 12727"/>
            </a:avLst>
          </a:prstGeom>
          <a:solidFill>
            <a:srgbClr val="FEE2E2"/>
          </a:solidFill>
          <a:ln/>
        </p:spPr>
      </p:sp>
      <p:pic>
        <p:nvPicPr>
          <p:cNvPr id="4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61945" y="4490161"/>
            <a:ext cx="291694" cy="291694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3305556" y="4096512"/>
            <a:ext cx="10744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Cocina</a:t>
            </a:r>
            <a:endParaRPr lang="en-US" sz="1200" dirty="0"/>
          </a:p>
        </p:txBody>
      </p:sp>
      <p:sp>
        <p:nvSpPr>
          <p:cNvPr id="45" name="Shape 33"/>
          <p:cNvSpPr/>
          <p:nvPr/>
        </p:nvSpPr>
        <p:spPr>
          <a:xfrm>
            <a:off x="4654296" y="4096512"/>
            <a:ext cx="1979676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46" name="Shape 34"/>
          <p:cNvSpPr/>
          <p:nvPr/>
        </p:nvSpPr>
        <p:spPr>
          <a:xfrm>
            <a:off x="4800600" y="4384548"/>
            <a:ext cx="502920" cy="502920"/>
          </a:xfrm>
          <a:prstGeom prst="roundRect">
            <a:avLst>
              <a:gd name="adj" fmla="val 12727"/>
            </a:avLst>
          </a:prstGeom>
          <a:solidFill>
            <a:srgbClr val="CCFBF1"/>
          </a:solidFill>
          <a:ln/>
        </p:spPr>
      </p:sp>
      <p:pic>
        <p:nvPicPr>
          <p:cNvPr id="4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06213" y="4490161"/>
            <a:ext cx="291694" cy="291694"/>
          </a:xfrm>
          <a:prstGeom prst="rect">
            <a:avLst/>
          </a:prstGeom>
        </p:spPr>
      </p:pic>
      <p:sp>
        <p:nvSpPr>
          <p:cNvPr id="48" name="Text 35"/>
          <p:cNvSpPr/>
          <p:nvPr/>
        </p:nvSpPr>
        <p:spPr>
          <a:xfrm>
            <a:off x="5449824" y="4096512"/>
            <a:ext cx="10744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 Principal</a:t>
            </a:r>
            <a:endParaRPr lang="en-US" sz="1200" dirty="0"/>
          </a:p>
        </p:txBody>
      </p:sp>
      <p:sp>
        <p:nvSpPr>
          <p:cNvPr id="49" name="Shape 36"/>
          <p:cNvSpPr/>
          <p:nvPr/>
        </p:nvSpPr>
        <p:spPr>
          <a:xfrm>
            <a:off x="6798564" y="4096512"/>
            <a:ext cx="1979676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50" name="Shape 37"/>
          <p:cNvSpPr/>
          <p:nvPr/>
        </p:nvSpPr>
        <p:spPr>
          <a:xfrm>
            <a:off x="6944868" y="4384548"/>
            <a:ext cx="502920" cy="502920"/>
          </a:xfrm>
          <a:prstGeom prst="roundRect">
            <a:avLst>
              <a:gd name="adj" fmla="val 12727"/>
            </a:avLst>
          </a:prstGeom>
          <a:solidFill>
            <a:srgbClr val="E0E7FF"/>
          </a:solidFill>
          <a:ln/>
        </p:spPr>
      </p:sp>
      <p:pic>
        <p:nvPicPr>
          <p:cNvPr id="5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50481" y="4490161"/>
            <a:ext cx="291694" cy="291694"/>
          </a:xfrm>
          <a:prstGeom prst="rect">
            <a:avLst/>
          </a:prstGeom>
        </p:spPr>
      </p:pic>
      <p:sp>
        <p:nvSpPr>
          <p:cNvPr id="52" name="Text 38"/>
          <p:cNvSpPr/>
          <p:nvPr/>
        </p:nvSpPr>
        <p:spPr>
          <a:xfrm>
            <a:off x="7594092" y="4096512"/>
            <a:ext cx="10744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Vestidor Principal</a:t>
            </a:r>
            <a:endParaRPr lang="en-US" sz="1200" dirty="0"/>
          </a:p>
        </p:txBody>
      </p:sp>
      <p:sp>
        <p:nvSpPr>
          <p:cNvPr id="53" name="Shape 39"/>
          <p:cNvSpPr/>
          <p:nvPr/>
        </p:nvSpPr>
        <p:spPr>
          <a:xfrm>
            <a:off x="365760" y="5358384"/>
            <a:ext cx="1979676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54" name="Shape 40"/>
          <p:cNvSpPr/>
          <p:nvPr/>
        </p:nvSpPr>
        <p:spPr>
          <a:xfrm>
            <a:off x="512064" y="5646420"/>
            <a:ext cx="502920" cy="502920"/>
          </a:xfrm>
          <a:prstGeom prst="roundRect">
            <a:avLst>
              <a:gd name="adj" fmla="val 12727"/>
            </a:avLst>
          </a:prstGeom>
          <a:solidFill>
            <a:srgbClr val="DBEAFE"/>
          </a:solidFill>
          <a:ln/>
        </p:spPr>
      </p:sp>
      <p:pic>
        <p:nvPicPr>
          <p:cNvPr id="5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7677" y="5752033"/>
            <a:ext cx="291694" cy="291694"/>
          </a:xfrm>
          <a:prstGeom prst="rect">
            <a:avLst/>
          </a:prstGeom>
        </p:spPr>
      </p:pic>
      <p:sp>
        <p:nvSpPr>
          <p:cNvPr id="56" name="Text 41"/>
          <p:cNvSpPr/>
          <p:nvPr/>
        </p:nvSpPr>
        <p:spPr>
          <a:xfrm>
            <a:off x="1161288" y="5358384"/>
            <a:ext cx="10744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Recámara Principal</a:t>
            </a:r>
            <a:endParaRPr lang="en-US" sz="1200" dirty="0"/>
          </a:p>
        </p:txBody>
      </p:sp>
      <p:sp>
        <p:nvSpPr>
          <p:cNvPr id="57" name="Shape 42"/>
          <p:cNvSpPr/>
          <p:nvPr/>
        </p:nvSpPr>
        <p:spPr>
          <a:xfrm>
            <a:off x="2510028" y="5358384"/>
            <a:ext cx="1979676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58" name="Shape 43"/>
          <p:cNvSpPr/>
          <p:nvPr/>
        </p:nvSpPr>
        <p:spPr>
          <a:xfrm>
            <a:off x="2656332" y="5646420"/>
            <a:ext cx="502920" cy="502920"/>
          </a:xfrm>
          <a:prstGeom prst="roundRect">
            <a:avLst>
              <a:gd name="adj" fmla="val 12727"/>
            </a:avLst>
          </a:prstGeom>
          <a:solidFill>
            <a:srgbClr val="E0F2FE"/>
          </a:solidFill>
          <a:ln/>
        </p:spPr>
      </p:sp>
      <p:pic>
        <p:nvPicPr>
          <p:cNvPr id="59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761945" y="5752033"/>
            <a:ext cx="291694" cy="291694"/>
          </a:xfrm>
          <a:prstGeom prst="rect">
            <a:avLst/>
          </a:prstGeom>
        </p:spPr>
      </p:pic>
      <p:sp>
        <p:nvSpPr>
          <p:cNvPr id="60" name="Text 44"/>
          <p:cNvSpPr/>
          <p:nvPr/>
        </p:nvSpPr>
        <p:spPr>
          <a:xfrm>
            <a:off x="3305556" y="5358384"/>
            <a:ext cx="10744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Baño Principal</a:t>
            </a:r>
            <a:endParaRPr lang="en-US" sz="1200" dirty="0"/>
          </a:p>
        </p:txBody>
      </p:sp>
      <p:sp>
        <p:nvSpPr>
          <p:cNvPr id="61" name="Shape 45"/>
          <p:cNvSpPr/>
          <p:nvPr/>
        </p:nvSpPr>
        <p:spPr>
          <a:xfrm>
            <a:off x="4654296" y="5358384"/>
            <a:ext cx="1979676" cy="1078992"/>
          </a:xfrm>
          <a:prstGeom prst="roundRect">
            <a:avLst>
              <a:gd name="adj" fmla="val 8475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2" name="Shape 46"/>
          <p:cNvSpPr/>
          <p:nvPr/>
        </p:nvSpPr>
        <p:spPr>
          <a:xfrm>
            <a:off x="6798564" y="5358384"/>
            <a:ext cx="1979676" cy="1078992"/>
          </a:xfrm>
          <a:prstGeom prst="roundRect">
            <a:avLst>
              <a:gd name="adj" fmla="val 8475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29184"/>
            <a:ext cx="164592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2926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ÁREAS  /  GARAJE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Garaje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365760" y="118872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 /  FUENTES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365760" y="1481328"/>
            <a:ext cx="2682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423416" y="164592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E0F2FE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288" y="1764792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8912" y="2258568"/>
            <a:ext cx="2535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3230880" y="1481328"/>
            <a:ext cx="2682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288536" y="164592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E2E8F0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408" y="1764792"/>
            <a:ext cx="329184" cy="3291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304032" y="2258568"/>
            <a:ext cx="2535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1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096000" y="1481328"/>
            <a:ext cx="2682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7153656" y="164592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E2E8F0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2528" y="1764792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69152" y="2258568"/>
            <a:ext cx="2535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2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365760" y="267004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ILUMINACIÓN  —  ESCENAS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365760" y="2962656"/>
            <a:ext cx="1979676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1072134" y="31272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EF3C7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1006" y="3246120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38912" y="3739896"/>
            <a:ext cx="18333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 1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2510028" y="2962656"/>
            <a:ext cx="1979676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3216402" y="31272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CFFAFE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35274" y="3246120"/>
            <a:ext cx="329184" cy="32918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2583180" y="3739896"/>
            <a:ext cx="18333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 2</a:t>
            </a:r>
            <a:endParaRPr lang="en-US" sz="1200" dirty="0"/>
          </a:p>
        </p:txBody>
      </p:sp>
      <p:sp>
        <p:nvSpPr>
          <p:cNvPr id="27" name="Shape 19"/>
          <p:cNvSpPr/>
          <p:nvPr/>
        </p:nvSpPr>
        <p:spPr>
          <a:xfrm>
            <a:off x="4654296" y="2962656"/>
            <a:ext cx="1979676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28" name="Shape 20"/>
          <p:cNvSpPr/>
          <p:nvPr/>
        </p:nvSpPr>
        <p:spPr>
          <a:xfrm>
            <a:off x="5360670" y="31272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EDE9FE"/>
          </a:solidFill>
          <a:ln/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79542" y="3246120"/>
            <a:ext cx="329184" cy="32918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4727448" y="3739896"/>
            <a:ext cx="18333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 3</a:t>
            </a:r>
            <a:endParaRPr lang="en-US" sz="1200" dirty="0"/>
          </a:p>
        </p:txBody>
      </p:sp>
      <p:sp>
        <p:nvSpPr>
          <p:cNvPr id="31" name="Shape 22"/>
          <p:cNvSpPr/>
          <p:nvPr/>
        </p:nvSpPr>
        <p:spPr>
          <a:xfrm>
            <a:off x="6798564" y="2962656"/>
            <a:ext cx="1979676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32" name="Shape 23"/>
          <p:cNvSpPr/>
          <p:nvPr/>
        </p:nvSpPr>
        <p:spPr>
          <a:xfrm>
            <a:off x="7504938" y="31272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EF9C3"/>
          </a:solidFill>
          <a:ln/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3810" y="3246120"/>
            <a:ext cx="329184" cy="329184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6871716" y="3739896"/>
            <a:ext cx="18333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 4</a:t>
            </a:r>
            <a:endParaRPr lang="en-US" sz="1200" dirty="0"/>
          </a:p>
        </p:txBody>
      </p:sp>
      <p:sp>
        <p:nvSpPr>
          <p:cNvPr id="35" name="Text 25"/>
          <p:cNvSpPr/>
          <p:nvPr/>
        </p:nvSpPr>
        <p:spPr>
          <a:xfrm>
            <a:off x="365760" y="4169664"/>
            <a:ext cx="4105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PUERTAS DE GARAJE</a:t>
            </a:r>
            <a:endParaRPr lang="en-US" sz="1000" dirty="0"/>
          </a:p>
        </p:txBody>
      </p:sp>
      <p:sp>
        <p:nvSpPr>
          <p:cNvPr id="36" name="Shape 26"/>
          <p:cNvSpPr/>
          <p:nvPr/>
        </p:nvSpPr>
        <p:spPr>
          <a:xfrm>
            <a:off x="365760" y="4462272"/>
            <a:ext cx="1979676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37" name="Shape 27"/>
          <p:cNvSpPr/>
          <p:nvPr/>
        </p:nvSpPr>
        <p:spPr>
          <a:xfrm>
            <a:off x="1072134" y="4626864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DBEAFE"/>
          </a:solidFill>
          <a:ln/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91006" y="4745736"/>
            <a:ext cx="329184" cy="329184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438912" y="5239512"/>
            <a:ext cx="18333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Garaje Él</a:t>
            </a:r>
            <a:endParaRPr lang="en-US" sz="1200" dirty="0"/>
          </a:p>
        </p:txBody>
      </p:sp>
      <p:sp>
        <p:nvSpPr>
          <p:cNvPr id="40" name="Shape 29"/>
          <p:cNvSpPr/>
          <p:nvPr/>
        </p:nvSpPr>
        <p:spPr>
          <a:xfrm>
            <a:off x="2491740" y="4462272"/>
            <a:ext cx="1979676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41" name="Shape 30"/>
          <p:cNvSpPr/>
          <p:nvPr/>
        </p:nvSpPr>
        <p:spPr>
          <a:xfrm>
            <a:off x="3198114" y="4626864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CE7F3"/>
          </a:solidFill>
          <a:ln/>
        </p:spPr>
      </p:sp>
      <p:pic>
        <p:nvPicPr>
          <p:cNvPr id="4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16986" y="4745736"/>
            <a:ext cx="329184" cy="329184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2564892" y="5239512"/>
            <a:ext cx="18333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Garaje Ella</a:t>
            </a:r>
            <a:endParaRPr lang="en-US" sz="1200" dirty="0"/>
          </a:p>
        </p:txBody>
      </p:sp>
      <p:sp>
        <p:nvSpPr>
          <p:cNvPr id="44" name="Text 32"/>
          <p:cNvSpPr/>
          <p:nvPr/>
        </p:nvSpPr>
        <p:spPr>
          <a:xfrm>
            <a:off x="4672584" y="4169664"/>
            <a:ext cx="4105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1000" dirty="0"/>
          </a:p>
        </p:txBody>
      </p:sp>
      <p:sp>
        <p:nvSpPr>
          <p:cNvPr id="45" name="Shape 33"/>
          <p:cNvSpPr/>
          <p:nvPr/>
        </p:nvSpPr>
        <p:spPr>
          <a:xfrm>
            <a:off x="4672584" y="4462272"/>
            <a:ext cx="4105656" cy="987552"/>
          </a:xfrm>
          <a:prstGeom prst="roundRect">
            <a:avLst>
              <a:gd name="adj" fmla="val 925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46" name="Shape 34"/>
          <p:cNvSpPr/>
          <p:nvPr/>
        </p:nvSpPr>
        <p:spPr>
          <a:xfrm>
            <a:off x="4873752" y="4704588"/>
            <a:ext cx="502920" cy="502920"/>
          </a:xfrm>
          <a:prstGeom prst="roundRect">
            <a:avLst>
              <a:gd name="adj" fmla="val 12727"/>
            </a:avLst>
          </a:prstGeom>
          <a:solidFill>
            <a:srgbClr val="E0F2FE"/>
          </a:solidFill>
          <a:ln/>
        </p:spPr>
      </p:sp>
      <p:pic>
        <p:nvPicPr>
          <p:cNvPr id="47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78908" y="4809744"/>
            <a:ext cx="292608" cy="292608"/>
          </a:xfrm>
          <a:prstGeom prst="rect">
            <a:avLst/>
          </a:prstGeom>
        </p:spPr>
      </p:pic>
      <p:sp>
        <p:nvSpPr>
          <p:cNvPr id="48" name="Text 35"/>
          <p:cNvSpPr/>
          <p:nvPr/>
        </p:nvSpPr>
        <p:spPr>
          <a:xfrm>
            <a:off x="5541264" y="4663440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Volumen</a:t>
            </a:r>
            <a:endParaRPr lang="en-US" sz="1200" dirty="0"/>
          </a:p>
        </p:txBody>
      </p:sp>
      <p:sp>
        <p:nvSpPr>
          <p:cNvPr id="49" name="Shape 36"/>
          <p:cNvSpPr/>
          <p:nvPr/>
        </p:nvSpPr>
        <p:spPr>
          <a:xfrm>
            <a:off x="5541264" y="5029200"/>
            <a:ext cx="3035808" cy="9144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50" name="Text 37"/>
          <p:cNvSpPr/>
          <p:nvPr/>
        </p:nvSpPr>
        <p:spPr>
          <a:xfrm>
            <a:off x="5541264" y="4736592"/>
            <a:ext cx="3035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 reservado para slider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29184"/>
            <a:ext cx="164592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2926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ÁREAS  /  OFICINA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Oficina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365760" y="118872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 /  FUENTES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365760" y="1481328"/>
            <a:ext cx="2682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423416" y="164592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E0F2FE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288" y="1764792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8912" y="2258568"/>
            <a:ext cx="2535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3230880" y="1481328"/>
            <a:ext cx="2682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288536" y="164592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E2E8F0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408" y="1764792"/>
            <a:ext cx="329184" cy="3291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304032" y="2258568"/>
            <a:ext cx="2535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1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096000" y="1481328"/>
            <a:ext cx="2682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7153656" y="164592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E2E8F0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2528" y="1764792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69152" y="2258568"/>
            <a:ext cx="2535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2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365760" y="267004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ILUMINACIÓN  —  ESCENAS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365760" y="2962656"/>
            <a:ext cx="1979676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1072134" y="31272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EF3C7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1006" y="3246120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38912" y="3739896"/>
            <a:ext cx="18333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 1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2510028" y="2962656"/>
            <a:ext cx="1979676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3216402" y="31272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CFFAFE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35274" y="3246120"/>
            <a:ext cx="329184" cy="32918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2583180" y="3739896"/>
            <a:ext cx="18333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 2</a:t>
            </a:r>
            <a:endParaRPr lang="en-US" sz="1200" dirty="0"/>
          </a:p>
        </p:txBody>
      </p:sp>
      <p:sp>
        <p:nvSpPr>
          <p:cNvPr id="27" name="Shape 19"/>
          <p:cNvSpPr/>
          <p:nvPr/>
        </p:nvSpPr>
        <p:spPr>
          <a:xfrm>
            <a:off x="4654296" y="2962656"/>
            <a:ext cx="1979676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28" name="Shape 20"/>
          <p:cNvSpPr/>
          <p:nvPr/>
        </p:nvSpPr>
        <p:spPr>
          <a:xfrm>
            <a:off x="5360670" y="31272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EDE9FE"/>
          </a:solidFill>
          <a:ln/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79542" y="3246120"/>
            <a:ext cx="329184" cy="32918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4727448" y="3739896"/>
            <a:ext cx="18333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 3</a:t>
            </a:r>
            <a:endParaRPr lang="en-US" sz="1200" dirty="0"/>
          </a:p>
        </p:txBody>
      </p:sp>
      <p:sp>
        <p:nvSpPr>
          <p:cNvPr id="31" name="Shape 22"/>
          <p:cNvSpPr/>
          <p:nvPr/>
        </p:nvSpPr>
        <p:spPr>
          <a:xfrm>
            <a:off x="6798564" y="2962656"/>
            <a:ext cx="1979676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32" name="Shape 23"/>
          <p:cNvSpPr/>
          <p:nvPr/>
        </p:nvSpPr>
        <p:spPr>
          <a:xfrm>
            <a:off x="7504938" y="31272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EF9C3"/>
          </a:solidFill>
          <a:ln/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3810" y="3246120"/>
            <a:ext cx="329184" cy="329184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6871716" y="3739896"/>
            <a:ext cx="18333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 4</a:t>
            </a:r>
            <a:endParaRPr lang="en-US" sz="1200" dirty="0"/>
          </a:p>
        </p:txBody>
      </p:sp>
      <p:sp>
        <p:nvSpPr>
          <p:cNvPr id="35" name="Text 25"/>
          <p:cNvSpPr/>
          <p:nvPr/>
        </p:nvSpPr>
        <p:spPr>
          <a:xfrm>
            <a:off x="365760" y="416966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1000" dirty="0"/>
          </a:p>
        </p:txBody>
      </p:sp>
      <p:sp>
        <p:nvSpPr>
          <p:cNvPr id="36" name="Shape 26"/>
          <p:cNvSpPr/>
          <p:nvPr/>
        </p:nvSpPr>
        <p:spPr>
          <a:xfrm>
            <a:off x="365760" y="4462272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37" name="Shape 27"/>
          <p:cNvSpPr/>
          <p:nvPr/>
        </p:nvSpPr>
        <p:spPr>
          <a:xfrm>
            <a:off x="566928" y="4919472"/>
            <a:ext cx="502920" cy="502920"/>
          </a:xfrm>
          <a:prstGeom prst="roundRect">
            <a:avLst>
              <a:gd name="adj" fmla="val 12727"/>
            </a:avLst>
          </a:prstGeom>
          <a:solidFill>
            <a:srgbClr val="E0F2FE"/>
          </a:solidFill>
          <a:ln/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2084" y="5024628"/>
            <a:ext cx="292608" cy="292608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1234440" y="466344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Volumen</a:t>
            </a:r>
            <a:endParaRPr lang="en-US" sz="1200" dirty="0"/>
          </a:p>
        </p:txBody>
      </p:sp>
      <p:sp>
        <p:nvSpPr>
          <p:cNvPr id="40" name="Shape 29"/>
          <p:cNvSpPr/>
          <p:nvPr/>
        </p:nvSpPr>
        <p:spPr>
          <a:xfrm>
            <a:off x="1234440" y="5458968"/>
            <a:ext cx="7342632" cy="9144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41" name="Text 30"/>
          <p:cNvSpPr/>
          <p:nvPr/>
        </p:nvSpPr>
        <p:spPr>
          <a:xfrm>
            <a:off x="1234440" y="5166360"/>
            <a:ext cx="7342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 reservado para slider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29184"/>
            <a:ext cx="164592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2926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ÁREAS  /  SALA DE JUEGOS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 de Juegos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365760" y="118872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 /  FUENTES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365760" y="1481328"/>
            <a:ext cx="2682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423416" y="164592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E0F2FE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288" y="1764792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8912" y="2258568"/>
            <a:ext cx="2535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3230880" y="1481328"/>
            <a:ext cx="2682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288536" y="164592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E2E8F0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408" y="1764792"/>
            <a:ext cx="329184" cy="3291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304032" y="2258568"/>
            <a:ext cx="2535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1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096000" y="1481328"/>
            <a:ext cx="2682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7153656" y="164592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E2E8F0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2528" y="1764792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69152" y="2258568"/>
            <a:ext cx="2535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2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365760" y="267004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ILUMINACIÓN  —  ESCENAS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365760" y="2962656"/>
            <a:ext cx="1979676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1072134" y="31272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EF3C7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1006" y="3246120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38912" y="3739896"/>
            <a:ext cx="18333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 1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2510028" y="2962656"/>
            <a:ext cx="1979676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3216402" y="31272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CFFAFE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35274" y="3246120"/>
            <a:ext cx="329184" cy="32918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2583180" y="3739896"/>
            <a:ext cx="18333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 2</a:t>
            </a:r>
            <a:endParaRPr lang="en-US" sz="1200" dirty="0"/>
          </a:p>
        </p:txBody>
      </p:sp>
      <p:sp>
        <p:nvSpPr>
          <p:cNvPr id="27" name="Shape 19"/>
          <p:cNvSpPr/>
          <p:nvPr/>
        </p:nvSpPr>
        <p:spPr>
          <a:xfrm>
            <a:off x="4654296" y="2962656"/>
            <a:ext cx="1979676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28" name="Shape 20"/>
          <p:cNvSpPr/>
          <p:nvPr/>
        </p:nvSpPr>
        <p:spPr>
          <a:xfrm>
            <a:off x="5360670" y="31272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EDE9FE"/>
          </a:solidFill>
          <a:ln/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79542" y="3246120"/>
            <a:ext cx="329184" cy="32918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4727448" y="3739896"/>
            <a:ext cx="18333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 3</a:t>
            </a:r>
            <a:endParaRPr lang="en-US" sz="1200" dirty="0"/>
          </a:p>
        </p:txBody>
      </p:sp>
      <p:sp>
        <p:nvSpPr>
          <p:cNvPr id="31" name="Shape 22"/>
          <p:cNvSpPr/>
          <p:nvPr/>
        </p:nvSpPr>
        <p:spPr>
          <a:xfrm>
            <a:off x="6798564" y="2962656"/>
            <a:ext cx="1979676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32" name="Shape 23"/>
          <p:cNvSpPr/>
          <p:nvPr/>
        </p:nvSpPr>
        <p:spPr>
          <a:xfrm>
            <a:off x="7504938" y="31272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EF9C3"/>
          </a:solidFill>
          <a:ln/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3810" y="3246120"/>
            <a:ext cx="329184" cy="329184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6871716" y="3739896"/>
            <a:ext cx="18333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 4</a:t>
            </a:r>
            <a:endParaRPr lang="en-US" sz="1200" dirty="0"/>
          </a:p>
        </p:txBody>
      </p:sp>
      <p:sp>
        <p:nvSpPr>
          <p:cNvPr id="35" name="Text 25"/>
          <p:cNvSpPr/>
          <p:nvPr/>
        </p:nvSpPr>
        <p:spPr>
          <a:xfrm>
            <a:off x="365760" y="416966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1000" dirty="0"/>
          </a:p>
        </p:txBody>
      </p:sp>
      <p:sp>
        <p:nvSpPr>
          <p:cNvPr id="36" name="Shape 26"/>
          <p:cNvSpPr/>
          <p:nvPr/>
        </p:nvSpPr>
        <p:spPr>
          <a:xfrm>
            <a:off x="365760" y="4462272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37" name="Shape 27"/>
          <p:cNvSpPr/>
          <p:nvPr/>
        </p:nvSpPr>
        <p:spPr>
          <a:xfrm>
            <a:off x="566928" y="4919472"/>
            <a:ext cx="502920" cy="502920"/>
          </a:xfrm>
          <a:prstGeom prst="roundRect">
            <a:avLst>
              <a:gd name="adj" fmla="val 12727"/>
            </a:avLst>
          </a:prstGeom>
          <a:solidFill>
            <a:srgbClr val="E0F2FE"/>
          </a:solidFill>
          <a:ln/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2084" y="5024628"/>
            <a:ext cx="292608" cy="292608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1234440" y="466344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Volumen</a:t>
            </a:r>
            <a:endParaRPr lang="en-US" sz="1200" dirty="0"/>
          </a:p>
        </p:txBody>
      </p:sp>
      <p:sp>
        <p:nvSpPr>
          <p:cNvPr id="40" name="Shape 29"/>
          <p:cNvSpPr/>
          <p:nvPr/>
        </p:nvSpPr>
        <p:spPr>
          <a:xfrm>
            <a:off x="1234440" y="5458968"/>
            <a:ext cx="7342632" cy="9144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41" name="Text 30"/>
          <p:cNvSpPr/>
          <p:nvPr/>
        </p:nvSpPr>
        <p:spPr>
          <a:xfrm>
            <a:off x="1234440" y="5166360"/>
            <a:ext cx="7342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 reservado para slider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29184"/>
            <a:ext cx="164592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2926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ÁREAS  /  COMEDOR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Comedor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365760" y="118872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 /  FUENTES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365760" y="1481328"/>
            <a:ext cx="2682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423416" y="164592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E0F2FE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288" y="1764792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8912" y="2258568"/>
            <a:ext cx="2535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3230880" y="1481328"/>
            <a:ext cx="2682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288536" y="164592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E2E8F0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408" y="1764792"/>
            <a:ext cx="329184" cy="3291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304032" y="2258568"/>
            <a:ext cx="2535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1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096000" y="1481328"/>
            <a:ext cx="2682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7153656" y="164592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E2E8F0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2528" y="1764792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69152" y="2258568"/>
            <a:ext cx="2535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2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365760" y="267004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ILUMINACIÓN  —  ESCENAS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365760" y="2962656"/>
            <a:ext cx="1979676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1072134" y="31272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EF3C7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1006" y="3246120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38912" y="3739896"/>
            <a:ext cx="18333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 1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2510028" y="2962656"/>
            <a:ext cx="1979676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3216402" y="31272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CFFAFE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35274" y="3246120"/>
            <a:ext cx="329184" cy="32918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2583180" y="3739896"/>
            <a:ext cx="18333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 2</a:t>
            </a:r>
            <a:endParaRPr lang="en-US" sz="1200" dirty="0"/>
          </a:p>
        </p:txBody>
      </p:sp>
      <p:sp>
        <p:nvSpPr>
          <p:cNvPr id="27" name="Shape 19"/>
          <p:cNvSpPr/>
          <p:nvPr/>
        </p:nvSpPr>
        <p:spPr>
          <a:xfrm>
            <a:off x="4654296" y="2962656"/>
            <a:ext cx="1979676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28" name="Shape 20"/>
          <p:cNvSpPr/>
          <p:nvPr/>
        </p:nvSpPr>
        <p:spPr>
          <a:xfrm>
            <a:off x="5360670" y="31272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EDE9FE"/>
          </a:solidFill>
          <a:ln/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79542" y="3246120"/>
            <a:ext cx="329184" cy="32918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4727448" y="3739896"/>
            <a:ext cx="18333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 3</a:t>
            </a:r>
            <a:endParaRPr lang="en-US" sz="1200" dirty="0"/>
          </a:p>
        </p:txBody>
      </p:sp>
      <p:sp>
        <p:nvSpPr>
          <p:cNvPr id="31" name="Shape 22"/>
          <p:cNvSpPr/>
          <p:nvPr/>
        </p:nvSpPr>
        <p:spPr>
          <a:xfrm>
            <a:off x="6798564" y="2962656"/>
            <a:ext cx="1979676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32" name="Shape 23"/>
          <p:cNvSpPr/>
          <p:nvPr/>
        </p:nvSpPr>
        <p:spPr>
          <a:xfrm>
            <a:off x="7504938" y="31272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EF9C3"/>
          </a:solidFill>
          <a:ln/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3810" y="3246120"/>
            <a:ext cx="329184" cy="329184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6871716" y="3739896"/>
            <a:ext cx="18333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 4</a:t>
            </a:r>
            <a:endParaRPr lang="en-US" sz="1200" dirty="0"/>
          </a:p>
        </p:txBody>
      </p:sp>
      <p:sp>
        <p:nvSpPr>
          <p:cNvPr id="35" name="Text 25"/>
          <p:cNvSpPr/>
          <p:nvPr/>
        </p:nvSpPr>
        <p:spPr>
          <a:xfrm>
            <a:off x="365760" y="416966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1000" dirty="0"/>
          </a:p>
        </p:txBody>
      </p:sp>
      <p:sp>
        <p:nvSpPr>
          <p:cNvPr id="36" name="Shape 26"/>
          <p:cNvSpPr/>
          <p:nvPr/>
        </p:nvSpPr>
        <p:spPr>
          <a:xfrm>
            <a:off x="365760" y="4462272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37" name="Shape 27"/>
          <p:cNvSpPr/>
          <p:nvPr/>
        </p:nvSpPr>
        <p:spPr>
          <a:xfrm>
            <a:off x="566928" y="4919472"/>
            <a:ext cx="502920" cy="502920"/>
          </a:xfrm>
          <a:prstGeom prst="roundRect">
            <a:avLst>
              <a:gd name="adj" fmla="val 12727"/>
            </a:avLst>
          </a:prstGeom>
          <a:solidFill>
            <a:srgbClr val="E0F2FE"/>
          </a:solidFill>
          <a:ln/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2084" y="5024628"/>
            <a:ext cx="292608" cy="292608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1234440" y="466344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Volumen</a:t>
            </a:r>
            <a:endParaRPr lang="en-US" sz="1200" dirty="0"/>
          </a:p>
        </p:txBody>
      </p:sp>
      <p:sp>
        <p:nvSpPr>
          <p:cNvPr id="40" name="Shape 29"/>
          <p:cNvSpPr/>
          <p:nvPr/>
        </p:nvSpPr>
        <p:spPr>
          <a:xfrm>
            <a:off x="1234440" y="5458968"/>
            <a:ext cx="7342632" cy="9144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41" name="Text 30"/>
          <p:cNvSpPr/>
          <p:nvPr/>
        </p:nvSpPr>
        <p:spPr>
          <a:xfrm>
            <a:off x="1234440" y="5166360"/>
            <a:ext cx="7342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 reservado para slider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29184"/>
            <a:ext cx="164592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2926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ÁREAS  /  DESAYUNADOR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Desayunador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365760" y="118872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 /  FUENTES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365760" y="1481328"/>
            <a:ext cx="2682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423416" y="164592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E0F2FE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288" y="1764792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8912" y="2258568"/>
            <a:ext cx="2535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3230880" y="1481328"/>
            <a:ext cx="2682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288536" y="164592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E2E8F0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408" y="1764792"/>
            <a:ext cx="329184" cy="3291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304032" y="2258568"/>
            <a:ext cx="2535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1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096000" y="1481328"/>
            <a:ext cx="2682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7153656" y="164592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E2E8F0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2528" y="1764792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69152" y="2258568"/>
            <a:ext cx="2535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2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365760" y="267004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ILUMINACIÓN  —  ESCENAS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365760" y="2962656"/>
            <a:ext cx="1979676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1072134" y="31272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EF3C7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1006" y="3246120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38912" y="3739896"/>
            <a:ext cx="18333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 1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2510028" y="2962656"/>
            <a:ext cx="1979676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3216402" y="31272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CFFAFE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35274" y="3246120"/>
            <a:ext cx="329184" cy="32918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2583180" y="3739896"/>
            <a:ext cx="18333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 2</a:t>
            </a:r>
            <a:endParaRPr lang="en-US" sz="1200" dirty="0"/>
          </a:p>
        </p:txBody>
      </p:sp>
      <p:sp>
        <p:nvSpPr>
          <p:cNvPr id="27" name="Shape 19"/>
          <p:cNvSpPr/>
          <p:nvPr/>
        </p:nvSpPr>
        <p:spPr>
          <a:xfrm>
            <a:off x="4654296" y="2962656"/>
            <a:ext cx="1979676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28" name="Shape 20"/>
          <p:cNvSpPr/>
          <p:nvPr/>
        </p:nvSpPr>
        <p:spPr>
          <a:xfrm>
            <a:off x="5360670" y="31272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EDE9FE"/>
          </a:solidFill>
          <a:ln/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79542" y="3246120"/>
            <a:ext cx="329184" cy="32918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4727448" y="3739896"/>
            <a:ext cx="18333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 3</a:t>
            </a:r>
            <a:endParaRPr lang="en-US" sz="1200" dirty="0"/>
          </a:p>
        </p:txBody>
      </p:sp>
      <p:sp>
        <p:nvSpPr>
          <p:cNvPr id="31" name="Shape 22"/>
          <p:cNvSpPr/>
          <p:nvPr/>
        </p:nvSpPr>
        <p:spPr>
          <a:xfrm>
            <a:off x="6798564" y="2962656"/>
            <a:ext cx="1979676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32" name="Shape 23"/>
          <p:cNvSpPr/>
          <p:nvPr/>
        </p:nvSpPr>
        <p:spPr>
          <a:xfrm>
            <a:off x="7504938" y="31272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EF9C3"/>
          </a:solidFill>
          <a:ln/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3810" y="3246120"/>
            <a:ext cx="329184" cy="329184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6871716" y="3739896"/>
            <a:ext cx="18333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 4</a:t>
            </a:r>
            <a:endParaRPr lang="en-US" sz="1200" dirty="0"/>
          </a:p>
        </p:txBody>
      </p:sp>
      <p:sp>
        <p:nvSpPr>
          <p:cNvPr id="35" name="Text 25"/>
          <p:cNvSpPr/>
          <p:nvPr/>
        </p:nvSpPr>
        <p:spPr>
          <a:xfrm>
            <a:off x="365760" y="416966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1000" dirty="0"/>
          </a:p>
        </p:txBody>
      </p:sp>
      <p:sp>
        <p:nvSpPr>
          <p:cNvPr id="36" name="Shape 26"/>
          <p:cNvSpPr/>
          <p:nvPr/>
        </p:nvSpPr>
        <p:spPr>
          <a:xfrm>
            <a:off x="365760" y="4462272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37" name="Shape 27"/>
          <p:cNvSpPr/>
          <p:nvPr/>
        </p:nvSpPr>
        <p:spPr>
          <a:xfrm>
            <a:off x="566928" y="4919472"/>
            <a:ext cx="502920" cy="502920"/>
          </a:xfrm>
          <a:prstGeom prst="roundRect">
            <a:avLst>
              <a:gd name="adj" fmla="val 12727"/>
            </a:avLst>
          </a:prstGeom>
          <a:solidFill>
            <a:srgbClr val="E0F2FE"/>
          </a:solidFill>
          <a:ln/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2084" y="5024628"/>
            <a:ext cx="292608" cy="292608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1234440" y="466344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Volumen</a:t>
            </a:r>
            <a:endParaRPr lang="en-US" sz="1200" dirty="0"/>
          </a:p>
        </p:txBody>
      </p:sp>
      <p:sp>
        <p:nvSpPr>
          <p:cNvPr id="40" name="Shape 29"/>
          <p:cNvSpPr/>
          <p:nvPr/>
        </p:nvSpPr>
        <p:spPr>
          <a:xfrm>
            <a:off x="1234440" y="5458968"/>
            <a:ext cx="7342632" cy="9144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41" name="Text 30"/>
          <p:cNvSpPr/>
          <p:nvPr/>
        </p:nvSpPr>
        <p:spPr>
          <a:xfrm>
            <a:off x="1234440" y="5166360"/>
            <a:ext cx="7342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 reservado para slider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29184"/>
            <a:ext cx="164592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2926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ÁREAS  /  CAVA DE VINOS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Cava de Vinos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365760" y="118872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 /  FUENTES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365760" y="1481328"/>
            <a:ext cx="2682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423416" y="164592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E0F2FE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288" y="1764792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8912" y="2258568"/>
            <a:ext cx="2535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3230880" y="1481328"/>
            <a:ext cx="2682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288536" y="164592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E2E8F0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408" y="1764792"/>
            <a:ext cx="329184" cy="3291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304032" y="2258568"/>
            <a:ext cx="2535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1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096000" y="1481328"/>
            <a:ext cx="2682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7153656" y="164592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E2E8F0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2528" y="1764792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69152" y="2258568"/>
            <a:ext cx="2535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2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365760" y="267004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ILUMINACIÓN  —  ESCENAS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365760" y="2962656"/>
            <a:ext cx="1979676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1072134" y="31272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EF3C7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1006" y="3246120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38912" y="3739896"/>
            <a:ext cx="18333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 1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2510028" y="2962656"/>
            <a:ext cx="1979676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3216402" y="31272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CFFAFE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35274" y="3246120"/>
            <a:ext cx="329184" cy="32918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2583180" y="3739896"/>
            <a:ext cx="18333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 2</a:t>
            </a:r>
            <a:endParaRPr lang="en-US" sz="1200" dirty="0"/>
          </a:p>
        </p:txBody>
      </p:sp>
      <p:sp>
        <p:nvSpPr>
          <p:cNvPr id="27" name="Shape 19"/>
          <p:cNvSpPr/>
          <p:nvPr/>
        </p:nvSpPr>
        <p:spPr>
          <a:xfrm>
            <a:off x="4654296" y="2962656"/>
            <a:ext cx="1979676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28" name="Shape 20"/>
          <p:cNvSpPr/>
          <p:nvPr/>
        </p:nvSpPr>
        <p:spPr>
          <a:xfrm>
            <a:off x="5360670" y="31272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EDE9FE"/>
          </a:solidFill>
          <a:ln/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79542" y="3246120"/>
            <a:ext cx="329184" cy="32918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4727448" y="3739896"/>
            <a:ext cx="18333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 3</a:t>
            </a:r>
            <a:endParaRPr lang="en-US" sz="1200" dirty="0"/>
          </a:p>
        </p:txBody>
      </p:sp>
      <p:sp>
        <p:nvSpPr>
          <p:cNvPr id="31" name="Shape 22"/>
          <p:cNvSpPr/>
          <p:nvPr/>
        </p:nvSpPr>
        <p:spPr>
          <a:xfrm>
            <a:off x="6798564" y="2962656"/>
            <a:ext cx="1979676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32" name="Shape 23"/>
          <p:cNvSpPr/>
          <p:nvPr/>
        </p:nvSpPr>
        <p:spPr>
          <a:xfrm>
            <a:off x="7504938" y="31272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EF9C3"/>
          </a:solidFill>
          <a:ln/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3810" y="3246120"/>
            <a:ext cx="329184" cy="329184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6871716" y="3739896"/>
            <a:ext cx="18333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 4</a:t>
            </a:r>
            <a:endParaRPr lang="en-US" sz="1200" dirty="0"/>
          </a:p>
        </p:txBody>
      </p:sp>
      <p:sp>
        <p:nvSpPr>
          <p:cNvPr id="35" name="Text 25"/>
          <p:cNvSpPr/>
          <p:nvPr/>
        </p:nvSpPr>
        <p:spPr>
          <a:xfrm>
            <a:off x="365760" y="416966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1000" dirty="0"/>
          </a:p>
        </p:txBody>
      </p:sp>
      <p:sp>
        <p:nvSpPr>
          <p:cNvPr id="36" name="Shape 26"/>
          <p:cNvSpPr/>
          <p:nvPr/>
        </p:nvSpPr>
        <p:spPr>
          <a:xfrm>
            <a:off x="365760" y="4462272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37" name="Shape 27"/>
          <p:cNvSpPr/>
          <p:nvPr/>
        </p:nvSpPr>
        <p:spPr>
          <a:xfrm>
            <a:off x="566928" y="4919472"/>
            <a:ext cx="502920" cy="502920"/>
          </a:xfrm>
          <a:prstGeom prst="roundRect">
            <a:avLst>
              <a:gd name="adj" fmla="val 12727"/>
            </a:avLst>
          </a:prstGeom>
          <a:solidFill>
            <a:srgbClr val="E0F2FE"/>
          </a:solidFill>
          <a:ln/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2084" y="5024628"/>
            <a:ext cx="292608" cy="292608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1234440" y="466344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Volumen</a:t>
            </a:r>
            <a:endParaRPr lang="en-US" sz="1200" dirty="0"/>
          </a:p>
        </p:txBody>
      </p:sp>
      <p:sp>
        <p:nvSpPr>
          <p:cNvPr id="40" name="Shape 29"/>
          <p:cNvSpPr/>
          <p:nvPr/>
        </p:nvSpPr>
        <p:spPr>
          <a:xfrm>
            <a:off x="1234440" y="5458968"/>
            <a:ext cx="7342632" cy="9144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41" name="Text 30"/>
          <p:cNvSpPr/>
          <p:nvPr/>
        </p:nvSpPr>
        <p:spPr>
          <a:xfrm>
            <a:off x="1234440" y="5166360"/>
            <a:ext cx="7342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 reservado para slider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29184"/>
            <a:ext cx="164592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2926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ÁREAS  /  JARDÍN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Jardín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365760" y="118872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 /  FUENTES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365760" y="1481328"/>
            <a:ext cx="2682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423416" y="164592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E0F2FE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288" y="1764792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8912" y="2258568"/>
            <a:ext cx="2535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3230880" y="1481328"/>
            <a:ext cx="2682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288536" y="164592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E2E8F0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408" y="1764792"/>
            <a:ext cx="329184" cy="3291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304032" y="2258568"/>
            <a:ext cx="2535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1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096000" y="1481328"/>
            <a:ext cx="2682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7153656" y="164592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E2E8F0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2528" y="1764792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69152" y="2258568"/>
            <a:ext cx="2535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2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365760" y="267004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ILUMINACIÓN  —  ESCENAS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365760" y="2962656"/>
            <a:ext cx="1979676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1072134" y="31272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EF3C7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1006" y="3246120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38912" y="3739896"/>
            <a:ext cx="18333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 1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2510028" y="2962656"/>
            <a:ext cx="1979676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3216402" y="31272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CFFAFE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35274" y="3246120"/>
            <a:ext cx="329184" cy="32918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2583180" y="3739896"/>
            <a:ext cx="18333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 2</a:t>
            </a:r>
            <a:endParaRPr lang="en-US" sz="1200" dirty="0"/>
          </a:p>
        </p:txBody>
      </p:sp>
      <p:sp>
        <p:nvSpPr>
          <p:cNvPr id="27" name="Shape 19"/>
          <p:cNvSpPr/>
          <p:nvPr/>
        </p:nvSpPr>
        <p:spPr>
          <a:xfrm>
            <a:off x="4654296" y="2962656"/>
            <a:ext cx="1979676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28" name="Shape 20"/>
          <p:cNvSpPr/>
          <p:nvPr/>
        </p:nvSpPr>
        <p:spPr>
          <a:xfrm>
            <a:off x="5360670" y="31272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EDE9FE"/>
          </a:solidFill>
          <a:ln/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79542" y="3246120"/>
            <a:ext cx="329184" cy="32918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4727448" y="3739896"/>
            <a:ext cx="18333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 3</a:t>
            </a:r>
            <a:endParaRPr lang="en-US" sz="1200" dirty="0"/>
          </a:p>
        </p:txBody>
      </p:sp>
      <p:sp>
        <p:nvSpPr>
          <p:cNvPr id="31" name="Shape 22"/>
          <p:cNvSpPr/>
          <p:nvPr/>
        </p:nvSpPr>
        <p:spPr>
          <a:xfrm>
            <a:off x="6798564" y="2962656"/>
            <a:ext cx="1979676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32" name="Shape 23"/>
          <p:cNvSpPr/>
          <p:nvPr/>
        </p:nvSpPr>
        <p:spPr>
          <a:xfrm>
            <a:off x="7504938" y="31272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EF9C3"/>
          </a:solidFill>
          <a:ln/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3810" y="3246120"/>
            <a:ext cx="329184" cy="329184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6871716" y="3739896"/>
            <a:ext cx="18333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 4</a:t>
            </a:r>
            <a:endParaRPr lang="en-US" sz="1200" dirty="0"/>
          </a:p>
        </p:txBody>
      </p:sp>
      <p:sp>
        <p:nvSpPr>
          <p:cNvPr id="35" name="Text 25"/>
          <p:cNvSpPr/>
          <p:nvPr/>
        </p:nvSpPr>
        <p:spPr>
          <a:xfrm>
            <a:off x="365760" y="416966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1000" dirty="0"/>
          </a:p>
        </p:txBody>
      </p:sp>
      <p:sp>
        <p:nvSpPr>
          <p:cNvPr id="36" name="Shape 26"/>
          <p:cNvSpPr/>
          <p:nvPr/>
        </p:nvSpPr>
        <p:spPr>
          <a:xfrm>
            <a:off x="365760" y="4462272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37" name="Shape 27"/>
          <p:cNvSpPr/>
          <p:nvPr/>
        </p:nvSpPr>
        <p:spPr>
          <a:xfrm>
            <a:off x="566928" y="4919472"/>
            <a:ext cx="502920" cy="502920"/>
          </a:xfrm>
          <a:prstGeom prst="roundRect">
            <a:avLst>
              <a:gd name="adj" fmla="val 12727"/>
            </a:avLst>
          </a:prstGeom>
          <a:solidFill>
            <a:srgbClr val="E0F2FE"/>
          </a:solidFill>
          <a:ln/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2084" y="5024628"/>
            <a:ext cx="292608" cy="292608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1234440" y="466344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Volumen</a:t>
            </a:r>
            <a:endParaRPr lang="en-US" sz="1200" dirty="0"/>
          </a:p>
        </p:txBody>
      </p:sp>
      <p:sp>
        <p:nvSpPr>
          <p:cNvPr id="40" name="Shape 29"/>
          <p:cNvSpPr/>
          <p:nvPr/>
        </p:nvSpPr>
        <p:spPr>
          <a:xfrm>
            <a:off x="1234440" y="5458968"/>
            <a:ext cx="7342632" cy="9144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41" name="Text 30"/>
          <p:cNvSpPr/>
          <p:nvPr/>
        </p:nvSpPr>
        <p:spPr>
          <a:xfrm>
            <a:off x="1234440" y="5166360"/>
            <a:ext cx="7342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 reservado para slider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29184"/>
            <a:ext cx="164592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2926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ÁREAS  /  FAMILY ROOM PB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Room PB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365760" y="118872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 /  FUENTES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365760" y="1481328"/>
            <a:ext cx="2682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423416" y="164592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E0F2FE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288" y="1764792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8912" y="2258568"/>
            <a:ext cx="2535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3230880" y="1481328"/>
            <a:ext cx="2682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288536" y="164592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E2E8F0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408" y="1764792"/>
            <a:ext cx="329184" cy="3291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304032" y="2258568"/>
            <a:ext cx="2535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1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096000" y="1481328"/>
            <a:ext cx="2682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7153656" y="164592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E2E8F0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2528" y="1764792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69152" y="2258568"/>
            <a:ext cx="2535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2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365760" y="267004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ILUMINACIÓN  —  ESCENAS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365760" y="2962656"/>
            <a:ext cx="1979676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1072134" y="31272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EF3C7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1006" y="3246120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38912" y="3739896"/>
            <a:ext cx="18333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 1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2510028" y="2962656"/>
            <a:ext cx="1979676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3216402" y="31272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CFFAFE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35274" y="3246120"/>
            <a:ext cx="329184" cy="32918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2583180" y="3739896"/>
            <a:ext cx="18333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 2</a:t>
            </a:r>
            <a:endParaRPr lang="en-US" sz="1200" dirty="0"/>
          </a:p>
        </p:txBody>
      </p:sp>
      <p:sp>
        <p:nvSpPr>
          <p:cNvPr id="27" name="Shape 19"/>
          <p:cNvSpPr/>
          <p:nvPr/>
        </p:nvSpPr>
        <p:spPr>
          <a:xfrm>
            <a:off x="4654296" y="2962656"/>
            <a:ext cx="1979676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28" name="Shape 20"/>
          <p:cNvSpPr/>
          <p:nvPr/>
        </p:nvSpPr>
        <p:spPr>
          <a:xfrm>
            <a:off x="5360670" y="31272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EDE9FE"/>
          </a:solidFill>
          <a:ln/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79542" y="3246120"/>
            <a:ext cx="329184" cy="32918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4727448" y="3739896"/>
            <a:ext cx="18333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 3</a:t>
            </a:r>
            <a:endParaRPr lang="en-US" sz="1200" dirty="0"/>
          </a:p>
        </p:txBody>
      </p:sp>
      <p:sp>
        <p:nvSpPr>
          <p:cNvPr id="31" name="Shape 22"/>
          <p:cNvSpPr/>
          <p:nvPr/>
        </p:nvSpPr>
        <p:spPr>
          <a:xfrm>
            <a:off x="6798564" y="2962656"/>
            <a:ext cx="1979676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32" name="Shape 23"/>
          <p:cNvSpPr/>
          <p:nvPr/>
        </p:nvSpPr>
        <p:spPr>
          <a:xfrm>
            <a:off x="7504938" y="31272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EF9C3"/>
          </a:solidFill>
          <a:ln/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3810" y="3246120"/>
            <a:ext cx="329184" cy="329184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6871716" y="3739896"/>
            <a:ext cx="18333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 4</a:t>
            </a:r>
            <a:endParaRPr lang="en-US" sz="1200" dirty="0"/>
          </a:p>
        </p:txBody>
      </p:sp>
      <p:sp>
        <p:nvSpPr>
          <p:cNvPr id="35" name="Text 25"/>
          <p:cNvSpPr/>
          <p:nvPr/>
        </p:nvSpPr>
        <p:spPr>
          <a:xfrm>
            <a:off x="365760" y="416966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1000" dirty="0"/>
          </a:p>
        </p:txBody>
      </p:sp>
      <p:sp>
        <p:nvSpPr>
          <p:cNvPr id="36" name="Shape 26"/>
          <p:cNvSpPr/>
          <p:nvPr/>
        </p:nvSpPr>
        <p:spPr>
          <a:xfrm>
            <a:off x="365760" y="4462272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37" name="Shape 27"/>
          <p:cNvSpPr/>
          <p:nvPr/>
        </p:nvSpPr>
        <p:spPr>
          <a:xfrm>
            <a:off x="566928" y="4919472"/>
            <a:ext cx="502920" cy="502920"/>
          </a:xfrm>
          <a:prstGeom prst="roundRect">
            <a:avLst>
              <a:gd name="adj" fmla="val 12727"/>
            </a:avLst>
          </a:prstGeom>
          <a:solidFill>
            <a:srgbClr val="E0F2FE"/>
          </a:solidFill>
          <a:ln/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2084" y="5024628"/>
            <a:ext cx="292608" cy="292608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1234440" y="466344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Volumen</a:t>
            </a:r>
            <a:endParaRPr lang="en-US" sz="1200" dirty="0"/>
          </a:p>
        </p:txBody>
      </p:sp>
      <p:sp>
        <p:nvSpPr>
          <p:cNvPr id="40" name="Shape 29"/>
          <p:cNvSpPr/>
          <p:nvPr/>
        </p:nvSpPr>
        <p:spPr>
          <a:xfrm>
            <a:off x="1234440" y="5458968"/>
            <a:ext cx="7342632" cy="9144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41" name="Text 30"/>
          <p:cNvSpPr/>
          <p:nvPr/>
        </p:nvSpPr>
        <p:spPr>
          <a:xfrm>
            <a:off x="1234440" y="5166360"/>
            <a:ext cx="7342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 reservado para slider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29184"/>
            <a:ext cx="164592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2926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ÁREAS  /  JARDÍN FRONTAL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Jardín Frontal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365760" y="118872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 /  FUENTES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365760" y="1481328"/>
            <a:ext cx="2682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423416" y="164592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E0F2FE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288" y="1764792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8912" y="2258568"/>
            <a:ext cx="2535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3230880" y="1481328"/>
            <a:ext cx="2682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288536" y="164592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E2E8F0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408" y="1764792"/>
            <a:ext cx="329184" cy="3291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304032" y="2258568"/>
            <a:ext cx="2535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1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096000" y="1481328"/>
            <a:ext cx="2682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7153656" y="164592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E2E8F0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2528" y="1764792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69152" y="2258568"/>
            <a:ext cx="2535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2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365760" y="267004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ILUMINACIÓN  —  ESCENAS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365760" y="2962656"/>
            <a:ext cx="1979676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1072134" y="31272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EF3C7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1006" y="3246120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38912" y="3739896"/>
            <a:ext cx="18333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 1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2510028" y="2962656"/>
            <a:ext cx="1979676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3216402" y="31272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CFFAFE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35274" y="3246120"/>
            <a:ext cx="329184" cy="32918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2583180" y="3739896"/>
            <a:ext cx="18333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 2</a:t>
            </a:r>
            <a:endParaRPr lang="en-US" sz="1200" dirty="0"/>
          </a:p>
        </p:txBody>
      </p:sp>
      <p:sp>
        <p:nvSpPr>
          <p:cNvPr id="27" name="Shape 19"/>
          <p:cNvSpPr/>
          <p:nvPr/>
        </p:nvSpPr>
        <p:spPr>
          <a:xfrm>
            <a:off x="4654296" y="2962656"/>
            <a:ext cx="1979676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28" name="Shape 20"/>
          <p:cNvSpPr/>
          <p:nvPr/>
        </p:nvSpPr>
        <p:spPr>
          <a:xfrm>
            <a:off x="5360670" y="31272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EDE9FE"/>
          </a:solidFill>
          <a:ln/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79542" y="3246120"/>
            <a:ext cx="329184" cy="32918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4727448" y="3739896"/>
            <a:ext cx="18333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 3</a:t>
            </a:r>
            <a:endParaRPr lang="en-US" sz="1200" dirty="0"/>
          </a:p>
        </p:txBody>
      </p:sp>
      <p:sp>
        <p:nvSpPr>
          <p:cNvPr id="31" name="Shape 22"/>
          <p:cNvSpPr/>
          <p:nvPr/>
        </p:nvSpPr>
        <p:spPr>
          <a:xfrm>
            <a:off x="6798564" y="2962656"/>
            <a:ext cx="1979676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32" name="Shape 23"/>
          <p:cNvSpPr/>
          <p:nvPr/>
        </p:nvSpPr>
        <p:spPr>
          <a:xfrm>
            <a:off x="7504938" y="31272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EF9C3"/>
          </a:solidFill>
          <a:ln/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3810" y="3246120"/>
            <a:ext cx="329184" cy="329184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6871716" y="3739896"/>
            <a:ext cx="18333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 4</a:t>
            </a:r>
            <a:endParaRPr lang="en-US" sz="1200" dirty="0"/>
          </a:p>
        </p:txBody>
      </p:sp>
      <p:sp>
        <p:nvSpPr>
          <p:cNvPr id="35" name="Text 25"/>
          <p:cNvSpPr/>
          <p:nvPr/>
        </p:nvSpPr>
        <p:spPr>
          <a:xfrm>
            <a:off x="365760" y="416966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1000" dirty="0"/>
          </a:p>
        </p:txBody>
      </p:sp>
      <p:sp>
        <p:nvSpPr>
          <p:cNvPr id="36" name="Shape 26"/>
          <p:cNvSpPr/>
          <p:nvPr/>
        </p:nvSpPr>
        <p:spPr>
          <a:xfrm>
            <a:off x="365760" y="4462272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37" name="Shape 27"/>
          <p:cNvSpPr/>
          <p:nvPr/>
        </p:nvSpPr>
        <p:spPr>
          <a:xfrm>
            <a:off x="566928" y="4919472"/>
            <a:ext cx="502920" cy="502920"/>
          </a:xfrm>
          <a:prstGeom prst="roundRect">
            <a:avLst>
              <a:gd name="adj" fmla="val 12727"/>
            </a:avLst>
          </a:prstGeom>
          <a:solidFill>
            <a:srgbClr val="E0F2FE"/>
          </a:solidFill>
          <a:ln/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2084" y="5024628"/>
            <a:ext cx="292608" cy="292608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1234440" y="466344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Volumen</a:t>
            </a:r>
            <a:endParaRPr lang="en-US" sz="1200" dirty="0"/>
          </a:p>
        </p:txBody>
      </p:sp>
      <p:sp>
        <p:nvSpPr>
          <p:cNvPr id="40" name="Shape 29"/>
          <p:cNvSpPr/>
          <p:nvPr/>
        </p:nvSpPr>
        <p:spPr>
          <a:xfrm>
            <a:off x="1234440" y="5458968"/>
            <a:ext cx="7342632" cy="9144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41" name="Text 30"/>
          <p:cNvSpPr/>
          <p:nvPr/>
        </p:nvSpPr>
        <p:spPr>
          <a:xfrm>
            <a:off x="1234440" y="5166360"/>
            <a:ext cx="7342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 reservado para slider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29184"/>
            <a:ext cx="164592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2926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ÁREAS  /  COCINA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Cocina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365760" y="118872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 /  FUENTES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365760" y="1481328"/>
            <a:ext cx="2682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423416" y="164592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E0F2FE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288" y="1764792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8912" y="2258568"/>
            <a:ext cx="2535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3230880" y="1481328"/>
            <a:ext cx="2682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288536" y="164592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E2E8F0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408" y="1764792"/>
            <a:ext cx="329184" cy="3291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304032" y="2258568"/>
            <a:ext cx="2535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1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096000" y="1481328"/>
            <a:ext cx="2682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7153656" y="164592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E2E8F0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2528" y="1764792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69152" y="2258568"/>
            <a:ext cx="2535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2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365760" y="267004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ILUMINACIÓN  —  ESCENAS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365760" y="2962656"/>
            <a:ext cx="1979676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1072134" y="31272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EF3C7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1006" y="3246120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38912" y="3739896"/>
            <a:ext cx="18333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 1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2510028" y="2962656"/>
            <a:ext cx="1979676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3216402" y="31272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CFFAFE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35274" y="3246120"/>
            <a:ext cx="329184" cy="32918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2583180" y="3739896"/>
            <a:ext cx="18333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 2</a:t>
            </a:r>
            <a:endParaRPr lang="en-US" sz="1200" dirty="0"/>
          </a:p>
        </p:txBody>
      </p:sp>
      <p:sp>
        <p:nvSpPr>
          <p:cNvPr id="27" name="Shape 19"/>
          <p:cNvSpPr/>
          <p:nvPr/>
        </p:nvSpPr>
        <p:spPr>
          <a:xfrm>
            <a:off x="4654296" y="2962656"/>
            <a:ext cx="1979676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28" name="Shape 20"/>
          <p:cNvSpPr/>
          <p:nvPr/>
        </p:nvSpPr>
        <p:spPr>
          <a:xfrm>
            <a:off x="5360670" y="31272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EDE9FE"/>
          </a:solidFill>
          <a:ln/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79542" y="3246120"/>
            <a:ext cx="329184" cy="32918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4727448" y="3739896"/>
            <a:ext cx="18333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 3</a:t>
            </a:r>
            <a:endParaRPr lang="en-US" sz="1200" dirty="0"/>
          </a:p>
        </p:txBody>
      </p:sp>
      <p:sp>
        <p:nvSpPr>
          <p:cNvPr id="31" name="Shape 22"/>
          <p:cNvSpPr/>
          <p:nvPr/>
        </p:nvSpPr>
        <p:spPr>
          <a:xfrm>
            <a:off x="6798564" y="2962656"/>
            <a:ext cx="1979676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32" name="Shape 23"/>
          <p:cNvSpPr/>
          <p:nvPr/>
        </p:nvSpPr>
        <p:spPr>
          <a:xfrm>
            <a:off x="7504938" y="31272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EF9C3"/>
          </a:solidFill>
          <a:ln/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3810" y="3246120"/>
            <a:ext cx="329184" cy="329184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6871716" y="3739896"/>
            <a:ext cx="18333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 4</a:t>
            </a:r>
            <a:endParaRPr lang="en-US" sz="1200" dirty="0"/>
          </a:p>
        </p:txBody>
      </p:sp>
      <p:sp>
        <p:nvSpPr>
          <p:cNvPr id="35" name="Text 25"/>
          <p:cNvSpPr/>
          <p:nvPr/>
        </p:nvSpPr>
        <p:spPr>
          <a:xfrm>
            <a:off x="365760" y="416966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1000" dirty="0"/>
          </a:p>
        </p:txBody>
      </p:sp>
      <p:sp>
        <p:nvSpPr>
          <p:cNvPr id="36" name="Shape 26"/>
          <p:cNvSpPr/>
          <p:nvPr/>
        </p:nvSpPr>
        <p:spPr>
          <a:xfrm>
            <a:off x="365760" y="4462272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37" name="Shape 27"/>
          <p:cNvSpPr/>
          <p:nvPr/>
        </p:nvSpPr>
        <p:spPr>
          <a:xfrm>
            <a:off x="566928" y="4919472"/>
            <a:ext cx="502920" cy="502920"/>
          </a:xfrm>
          <a:prstGeom prst="roundRect">
            <a:avLst>
              <a:gd name="adj" fmla="val 12727"/>
            </a:avLst>
          </a:prstGeom>
          <a:solidFill>
            <a:srgbClr val="E0F2FE"/>
          </a:solidFill>
          <a:ln/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2084" y="5024628"/>
            <a:ext cx="292608" cy="292608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1234440" y="466344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Volumen</a:t>
            </a:r>
            <a:endParaRPr lang="en-US" sz="1200" dirty="0"/>
          </a:p>
        </p:txBody>
      </p:sp>
      <p:sp>
        <p:nvSpPr>
          <p:cNvPr id="40" name="Shape 29"/>
          <p:cNvSpPr/>
          <p:nvPr/>
        </p:nvSpPr>
        <p:spPr>
          <a:xfrm>
            <a:off x="1234440" y="5458968"/>
            <a:ext cx="7342632" cy="9144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41" name="Text 30"/>
          <p:cNvSpPr/>
          <p:nvPr/>
        </p:nvSpPr>
        <p:spPr>
          <a:xfrm>
            <a:off x="1234440" y="5166360"/>
            <a:ext cx="7342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 reservado para slider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29184"/>
            <a:ext cx="164592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2926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ÁREAS  /  SALA PRINCIPAL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 Principal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365760" y="118872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 /  FUENTES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365760" y="1481328"/>
            <a:ext cx="2682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423416" y="164592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E0F2FE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288" y="1764792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8912" y="2258568"/>
            <a:ext cx="2535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3230880" y="1481328"/>
            <a:ext cx="2682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288536" y="164592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E2E8F0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408" y="1764792"/>
            <a:ext cx="329184" cy="3291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304032" y="2258568"/>
            <a:ext cx="2535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1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096000" y="1481328"/>
            <a:ext cx="2682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7153656" y="164592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E2E8F0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2528" y="1764792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69152" y="2258568"/>
            <a:ext cx="2535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2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365760" y="267004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ILUMINACIÓN  —  ESCENAS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365760" y="2962656"/>
            <a:ext cx="1979676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1072134" y="31272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EF3C7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1006" y="3246120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38912" y="3739896"/>
            <a:ext cx="18333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 1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2510028" y="2962656"/>
            <a:ext cx="1979676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3216402" y="31272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CFFAFE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35274" y="3246120"/>
            <a:ext cx="329184" cy="32918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2583180" y="3739896"/>
            <a:ext cx="18333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 2</a:t>
            </a:r>
            <a:endParaRPr lang="en-US" sz="1200" dirty="0"/>
          </a:p>
        </p:txBody>
      </p:sp>
      <p:sp>
        <p:nvSpPr>
          <p:cNvPr id="27" name="Shape 19"/>
          <p:cNvSpPr/>
          <p:nvPr/>
        </p:nvSpPr>
        <p:spPr>
          <a:xfrm>
            <a:off x="4654296" y="2962656"/>
            <a:ext cx="1979676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28" name="Shape 20"/>
          <p:cNvSpPr/>
          <p:nvPr/>
        </p:nvSpPr>
        <p:spPr>
          <a:xfrm>
            <a:off x="5360670" y="31272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EDE9FE"/>
          </a:solidFill>
          <a:ln/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79542" y="3246120"/>
            <a:ext cx="329184" cy="32918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4727448" y="3739896"/>
            <a:ext cx="18333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 3</a:t>
            </a:r>
            <a:endParaRPr lang="en-US" sz="1200" dirty="0"/>
          </a:p>
        </p:txBody>
      </p:sp>
      <p:sp>
        <p:nvSpPr>
          <p:cNvPr id="31" name="Shape 22"/>
          <p:cNvSpPr/>
          <p:nvPr/>
        </p:nvSpPr>
        <p:spPr>
          <a:xfrm>
            <a:off x="6798564" y="2962656"/>
            <a:ext cx="1979676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32" name="Shape 23"/>
          <p:cNvSpPr/>
          <p:nvPr/>
        </p:nvSpPr>
        <p:spPr>
          <a:xfrm>
            <a:off x="7504938" y="31272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EF9C3"/>
          </a:solidFill>
          <a:ln/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3810" y="3246120"/>
            <a:ext cx="329184" cy="329184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6871716" y="3739896"/>
            <a:ext cx="18333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 4</a:t>
            </a:r>
            <a:endParaRPr lang="en-US" sz="1200" dirty="0"/>
          </a:p>
        </p:txBody>
      </p:sp>
      <p:sp>
        <p:nvSpPr>
          <p:cNvPr id="35" name="Text 25"/>
          <p:cNvSpPr/>
          <p:nvPr/>
        </p:nvSpPr>
        <p:spPr>
          <a:xfrm>
            <a:off x="365760" y="416966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1000" dirty="0"/>
          </a:p>
        </p:txBody>
      </p:sp>
      <p:sp>
        <p:nvSpPr>
          <p:cNvPr id="36" name="Shape 26"/>
          <p:cNvSpPr/>
          <p:nvPr/>
        </p:nvSpPr>
        <p:spPr>
          <a:xfrm>
            <a:off x="365760" y="4462272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37" name="Shape 27"/>
          <p:cNvSpPr/>
          <p:nvPr/>
        </p:nvSpPr>
        <p:spPr>
          <a:xfrm>
            <a:off x="566928" y="4919472"/>
            <a:ext cx="502920" cy="502920"/>
          </a:xfrm>
          <a:prstGeom prst="roundRect">
            <a:avLst>
              <a:gd name="adj" fmla="val 12727"/>
            </a:avLst>
          </a:prstGeom>
          <a:solidFill>
            <a:srgbClr val="E0F2FE"/>
          </a:solidFill>
          <a:ln/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2084" y="5024628"/>
            <a:ext cx="292608" cy="292608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1234440" y="466344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Volumen</a:t>
            </a:r>
            <a:endParaRPr lang="en-US" sz="1200" dirty="0"/>
          </a:p>
        </p:txBody>
      </p:sp>
      <p:sp>
        <p:nvSpPr>
          <p:cNvPr id="40" name="Shape 29"/>
          <p:cNvSpPr/>
          <p:nvPr/>
        </p:nvSpPr>
        <p:spPr>
          <a:xfrm>
            <a:off x="1234440" y="5458968"/>
            <a:ext cx="7342632" cy="9144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41" name="Text 30"/>
          <p:cNvSpPr/>
          <p:nvPr/>
        </p:nvSpPr>
        <p:spPr>
          <a:xfrm>
            <a:off x="1234440" y="5166360"/>
            <a:ext cx="7342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 reservado para slider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29184"/>
            <a:ext cx="164592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2926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ÁREAS  /  VESTIDOR PRINCIPAL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Vestidor Principal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365760" y="118872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 /  FUENTES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365760" y="1481328"/>
            <a:ext cx="2682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423416" y="164592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E0F2FE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288" y="1764792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8912" y="2258568"/>
            <a:ext cx="2535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3230880" y="1481328"/>
            <a:ext cx="2682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288536" y="164592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E2E8F0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408" y="1764792"/>
            <a:ext cx="329184" cy="3291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304032" y="2258568"/>
            <a:ext cx="2535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1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096000" y="1481328"/>
            <a:ext cx="2682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7153656" y="164592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E2E8F0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2528" y="1764792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69152" y="2258568"/>
            <a:ext cx="2535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2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365760" y="267004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ILUMINACIÓN  —  ESCENAS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365760" y="2962656"/>
            <a:ext cx="1979676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1072134" y="31272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EF3C7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1006" y="3246120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38912" y="3739896"/>
            <a:ext cx="18333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 1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2510028" y="2962656"/>
            <a:ext cx="1979676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3216402" y="31272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CFFAFE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35274" y="3246120"/>
            <a:ext cx="329184" cy="32918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2583180" y="3739896"/>
            <a:ext cx="18333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 2</a:t>
            </a:r>
            <a:endParaRPr lang="en-US" sz="1200" dirty="0"/>
          </a:p>
        </p:txBody>
      </p:sp>
      <p:sp>
        <p:nvSpPr>
          <p:cNvPr id="27" name="Shape 19"/>
          <p:cNvSpPr/>
          <p:nvPr/>
        </p:nvSpPr>
        <p:spPr>
          <a:xfrm>
            <a:off x="4654296" y="2962656"/>
            <a:ext cx="1979676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28" name="Shape 20"/>
          <p:cNvSpPr/>
          <p:nvPr/>
        </p:nvSpPr>
        <p:spPr>
          <a:xfrm>
            <a:off x="5360670" y="31272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EDE9FE"/>
          </a:solidFill>
          <a:ln/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79542" y="3246120"/>
            <a:ext cx="329184" cy="32918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4727448" y="3739896"/>
            <a:ext cx="18333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 3</a:t>
            </a:r>
            <a:endParaRPr lang="en-US" sz="1200" dirty="0"/>
          </a:p>
        </p:txBody>
      </p:sp>
      <p:sp>
        <p:nvSpPr>
          <p:cNvPr id="31" name="Shape 22"/>
          <p:cNvSpPr/>
          <p:nvPr/>
        </p:nvSpPr>
        <p:spPr>
          <a:xfrm>
            <a:off x="6798564" y="2962656"/>
            <a:ext cx="1979676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32" name="Shape 23"/>
          <p:cNvSpPr/>
          <p:nvPr/>
        </p:nvSpPr>
        <p:spPr>
          <a:xfrm>
            <a:off x="7504938" y="31272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EF9C3"/>
          </a:solidFill>
          <a:ln/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3810" y="3246120"/>
            <a:ext cx="329184" cy="329184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6871716" y="3739896"/>
            <a:ext cx="18333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 4</a:t>
            </a:r>
            <a:endParaRPr lang="en-US" sz="1200" dirty="0"/>
          </a:p>
        </p:txBody>
      </p:sp>
      <p:sp>
        <p:nvSpPr>
          <p:cNvPr id="35" name="Text 25"/>
          <p:cNvSpPr/>
          <p:nvPr/>
        </p:nvSpPr>
        <p:spPr>
          <a:xfrm>
            <a:off x="365760" y="416966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1000" dirty="0"/>
          </a:p>
        </p:txBody>
      </p:sp>
      <p:sp>
        <p:nvSpPr>
          <p:cNvPr id="36" name="Shape 26"/>
          <p:cNvSpPr/>
          <p:nvPr/>
        </p:nvSpPr>
        <p:spPr>
          <a:xfrm>
            <a:off x="365760" y="4462272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37" name="Shape 27"/>
          <p:cNvSpPr/>
          <p:nvPr/>
        </p:nvSpPr>
        <p:spPr>
          <a:xfrm>
            <a:off x="566928" y="4919472"/>
            <a:ext cx="502920" cy="502920"/>
          </a:xfrm>
          <a:prstGeom prst="roundRect">
            <a:avLst>
              <a:gd name="adj" fmla="val 12727"/>
            </a:avLst>
          </a:prstGeom>
          <a:solidFill>
            <a:srgbClr val="E0F2FE"/>
          </a:solidFill>
          <a:ln/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2084" y="5024628"/>
            <a:ext cx="292608" cy="292608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1234440" y="466344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Volumen</a:t>
            </a:r>
            <a:endParaRPr lang="en-US" sz="1200" dirty="0"/>
          </a:p>
        </p:txBody>
      </p:sp>
      <p:sp>
        <p:nvSpPr>
          <p:cNvPr id="40" name="Shape 29"/>
          <p:cNvSpPr/>
          <p:nvPr/>
        </p:nvSpPr>
        <p:spPr>
          <a:xfrm>
            <a:off x="1234440" y="5458968"/>
            <a:ext cx="7342632" cy="9144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41" name="Text 30"/>
          <p:cNvSpPr/>
          <p:nvPr/>
        </p:nvSpPr>
        <p:spPr>
          <a:xfrm>
            <a:off x="1234440" y="5166360"/>
            <a:ext cx="7342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 reservado para slider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29184"/>
            <a:ext cx="164592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2926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ÁREAS  /  RECÁMARA PRINCIPAL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Recámara Principal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365760" y="118872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 /  FUENTES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365760" y="1481328"/>
            <a:ext cx="2682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423416" y="164592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E0F2FE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288" y="1764792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8912" y="2258568"/>
            <a:ext cx="2535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3230880" y="1481328"/>
            <a:ext cx="2682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288536" y="164592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E2E8F0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408" y="1764792"/>
            <a:ext cx="329184" cy="3291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304032" y="2258568"/>
            <a:ext cx="2535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1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096000" y="1481328"/>
            <a:ext cx="2682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7153656" y="164592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E2E8F0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2528" y="1764792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69152" y="2258568"/>
            <a:ext cx="2535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2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365760" y="267004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ILUMINACIÓN  —  ESCENAS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365760" y="2962656"/>
            <a:ext cx="1979676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1072134" y="31272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EF3C7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1006" y="3246120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38912" y="3739896"/>
            <a:ext cx="18333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 1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2510028" y="2962656"/>
            <a:ext cx="1979676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3216402" y="31272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CFFAFE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35274" y="3246120"/>
            <a:ext cx="329184" cy="32918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2583180" y="3739896"/>
            <a:ext cx="18333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 2</a:t>
            </a:r>
            <a:endParaRPr lang="en-US" sz="1200" dirty="0"/>
          </a:p>
        </p:txBody>
      </p:sp>
      <p:sp>
        <p:nvSpPr>
          <p:cNvPr id="27" name="Shape 19"/>
          <p:cNvSpPr/>
          <p:nvPr/>
        </p:nvSpPr>
        <p:spPr>
          <a:xfrm>
            <a:off x="4654296" y="2962656"/>
            <a:ext cx="1979676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28" name="Shape 20"/>
          <p:cNvSpPr/>
          <p:nvPr/>
        </p:nvSpPr>
        <p:spPr>
          <a:xfrm>
            <a:off x="5360670" y="31272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EDE9FE"/>
          </a:solidFill>
          <a:ln/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79542" y="3246120"/>
            <a:ext cx="329184" cy="32918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4727448" y="3739896"/>
            <a:ext cx="18333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 3</a:t>
            </a:r>
            <a:endParaRPr lang="en-US" sz="1200" dirty="0"/>
          </a:p>
        </p:txBody>
      </p:sp>
      <p:sp>
        <p:nvSpPr>
          <p:cNvPr id="31" name="Shape 22"/>
          <p:cNvSpPr/>
          <p:nvPr/>
        </p:nvSpPr>
        <p:spPr>
          <a:xfrm>
            <a:off x="6798564" y="2962656"/>
            <a:ext cx="1979676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32" name="Shape 23"/>
          <p:cNvSpPr/>
          <p:nvPr/>
        </p:nvSpPr>
        <p:spPr>
          <a:xfrm>
            <a:off x="7504938" y="31272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EF9C3"/>
          </a:solidFill>
          <a:ln/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3810" y="3246120"/>
            <a:ext cx="329184" cy="329184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6871716" y="3739896"/>
            <a:ext cx="18333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 4</a:t>
            </a:r>
            <a:endParaRPr lang="en-US" sz="1200" dirty="0"/>
          </a:p>
        </p:txBody>
      </p:sp>
      <p:sp>
        <p:nvSpPr>
          <p:cNvPr id="35" name="Text 25"/>
          <p:cNvSpPr/>
          <p:nvPr/>
        </p:nvSpPr>
        <p:spPr>
          <a:xfrm>
            <a:off x="365760" y="416966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1000" dirty="0"/>
          </a:p>
        </p:txBody>
      </p:sp>
      <p:sp>
        <p:nvSpPr>
          <p:cNvPr id="36" name="Shape 26"/>
          <p:cNvSpPr/>
          <p:nvPr/>
        </p:nvSpPr>
        <p:spPr>
          <a:xfrm>
            <a:off x="365760" y="4462272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37" name="Shape 27"/>
          <p:cNvSpPr/>
          <p:nvPr/>
        </p:nvSpPr>
        <p:spPr>
          <a:xfrm>
            <a:off x="566928" y="4919472"/>
            <a:ext cx="502920" cy="502920"/>
          </a:xfrm>
          <a:prstGeom prst="roundRect">
            <a:avLst>
              <a:gd name="adj" fmla="val 12727"/>
            </a:avLst>
          </a:prstGeom>
          <a:solidFill>
            <a:srgbClr val="E0F2FE"/>
          </a:solidFill>
          <a:ln/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2084" y="5024628"/>
            <a:ext cx="292608" cy="292608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1234440" y="466344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Volumen</a:t>
            </a:r>
            <a:endParaRPr lang="en-US" sz="1200" dirty="0"/>
          </a:p>
        </p:txBody>
      </p:sp>
      <p:sp>
        <p:nvSpPr>
          <p:cNvPr id="40" name="Shape 29"/>
          <p:cNvSpPr/>
          <p:nvPr/>
        </p:nvSpPr>
        <p:spPr>
          <a:xfrm>
            <a:off x="1234440" y="5458968"/>
            <a:ext cx="7342632" cy="9144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41" name="Text 30"/>
          <p:cNvSpPr/>
          <p:nvPr/>
        </p:nvSpPr>
        <p:spPr>
          <a:xfrm>
            <a:off x="1234440" y="5166360"/>
            <a:ext cx="7342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 reservado para slider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29184"/>
            <a:ext cx="164592" cy="1645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2926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ÁREAS  /  BAÑO PRINCIPAL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Baño Principal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365760" y="118872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 /  FUENTES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365760" y="1481328"/>
            <a:ext cx="2682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423416" y="164592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E0F2FE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288" y="1764792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8912" y="2258568"/>
            <a:ext cx="2535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3230880" y="1481328"/>
            <a:ext cx="2682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288536" y="164592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E2E8F0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408" y="1764792"/>
            <a:ext cx="329184" cy="3291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304032" y="2258568"/>
            <a:ext cx="2535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1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096000" y="1481328"/>
            <a:ext cx="26822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7153656" y="164592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E2E8F0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2528" y="1764792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69152" y="2258568"/>
            <a:ext cx="25359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2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365760" y="267004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ILUMINACIÓN  —  ESCENAS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365760" y="2962656"/>
            <a:ext cx="1979676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1072134" y="31272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EF3C7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1006" y="3246120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38912" y="3739896"/>
            <a:ext cx="18333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 1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2510028" y="2962656"/>
            <a:ext cx="1979676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3216402" y="31272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CFFAFE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35274" y="3246120"/>
            <a:ext cx="329184" cy="32918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2583180" y="3739896"/>
            <a:ext cx="18333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 2</a:t>
            </a:r>
            <a:endParaRPr lang="en-US" sz="1200" dirty="0"/>
          </a:p>
        </p:txBody>
      </p:sp>
      <p:sp>
        <p:nvSpPr>
          <p:cNvPr id="27" name="Shape 19"/>
          <p:cNvSpPr/>
          <p:nvPr/>
        </p:nvSpPr>
        <p:spPr>
          <a:xfrm>
            <a:off x="4654296" y="2962656"/>
            <a:ext cx="1979676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28" name="Shape 20"/>
          <p:cNvSpPr/>
          <p:nvPr/>
        </p:nvSpPr>
        <p:spPr>
          <a:xfrm>
            <a:off x="5360670" y="31272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EDE9FE"/>
          </a:solidFill>
          <a:ln/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79542" y="3246120"/>
            <a:ext cx="329184" cy="329184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4727448" y="3739896"/>
            <a:ext cx="18333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 3</a:t>
            </a:r>
            <a:endParaRPr lang="en-US" sz="1200" dirty="0"/>
          </a:p>
        </p:txBody>
      </p:sp>
      <p:sp>
        <p:nvSpPr>
          <p:cNvPr id="31" name="Shape 22"/>
          <p:cNvSpPr/>
          <p:nvPr/>
        </p:nvSpPr>
        <p:spPr>
          <a:xfrm>
            <a:off x="6798564" y="2962656"/>
            <a:ext cx="1979676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32" name="Shape 23"/>
          <p:cNvSpPr/>
          <p:nvPr/>
        </p:nvSpPr>
        <p:spPr>
          <a:xfrm>
            <a:off x="7504938" y="3127248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FEF9C3"/>
          </a:solidFill>
          <a:ln/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3810" y="3246120"/>
            <a:ext cx="329184" cy="329184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6871716" y="3739896"/>
            <a:ext cx="18333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 4</a:t>
            </a:r>
            <a:endParaRPr lang="en-US" sz="1200" dirty="0"/>
          </a:p>
        </p:txBody>
      </p:sp>
      <p:sp>
        <p:nvSpPr>
          <p:cNvPr id="35" name="Text 25"/>
          <p:cNvSpPr/>
          <p:nvPr/>
        </p:nvSpPr>
        <p:spPr>
          <a:xfrm>
            <a:off x="365760" y="416966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1000" dirty="0"/>
          </a:p>
        </p:txBody>
      </p:sp>
      <p:sp>
        <p:nvSpPr>
          <p:cNvPr id="36" name="Shape 26"/>
          <p:cNvSpPr/>
          <p:nvPr/>
        </p:nvSpPr>
        <p:spPr>
          <a:xfrm>
            <a:off x="365760" y="4462272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19050" dir="5400000">
              <a:srgbClr val="0F172A">
                <a:alpha val="6000"/>
              </a:srgbClr>
            </a:outerShdw>
          </a:effectLst>
        </p:spPr>
      </p:sp>
      <p:sp>
        <p:nvSpPr>
          <p:cNvPr id="37" name="Shape 27"/>
          <p:cNvSpPr/>
          <p:nvPr/>
        </p:nvSpPr>
        <p:spPr>
          <a:xfrm>
            <a:off x="566928" y="4919472"/>
            <a:ext cx="502920" cy="502920"/>
          </a:xfrm>
          <a:prstGeom prst="roundRect">
            <a:avLst>
              <a:gd name="adj" fmla="val 12727"/>
            </a:avLst>
          </a:prstGeom>
          <a:solidFill>
            <a:srgbClr val="E0F2FE"/>
          </a:solidFill>
          <a:ln/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2084" y="5024628"/>
            <a:ext cx="292608" cy="292608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1234440" y="466344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Volumen</a:t>
            </a:r>
            <a:endParaRPr lang="en-US" sz="1200" dirty="0"/>
          </a:p>
        </p:txBody>
      </p:sp>
      <p:sp>
        <p:nvSpPr>
          <p:cNvPr id="40" name="Shape 29"/>
          <p:cNvSpPr/>
          <p:nvPr/>
        </p:nvSpPr>
        <p:spPr>
          <a:xfrm>
            <a:off x="1234440" y="5458968"/>
            <a:ext cx="7342632" cy="9144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</p:sp>
      <p:sp>
        <p:nvSpPr>
          <p:cNvPr id="41" name="Text 30"/>
          <p:cNvSpPr/>
          <p:nvPr/>
        </p:nvSpPr>
        <p:spPr>
          <a:xfrm>
            <a:off x="1234440" y="5166360"/>
            <a:ext cx="7342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 reservado para slider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Control Residencial</dc:title>
  <dc:subject>PptxGenJS Presentation</dc:subject>
  <dc:creator>NTX</dc:creator>
  <cp:lastModifiedBy>NTX</cp:lastModifiedBy>
  <cp:revision>1</cp:revision>
  <dcterms:created xsi:type="dcterms:W3CDTF">2026-05-06T17:45:30Z</dcterms:created>
  <dcterms:modified xsi:type="dcterms:W3CDTF">2026-05-06T17:45:30Z</dcterms:modified>
</cp:coreProperties>
</file>